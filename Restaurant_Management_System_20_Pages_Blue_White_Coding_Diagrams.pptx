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Restaurant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Project Presentation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A computerized solution for restaurant operations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Java • DSA • Database • Billing •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1. 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Manages customers, menu, tables, orders, billing and inventory.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Reduces manual work and improves accuracy.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Provides centralized access to restaurant information.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Suitable for academic and real-world restaurant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Manual order processing causes delays and errors.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Paper bills and records are difficult to maintain.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Stock information may not be updated immediately.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Sales reports take time to prepare.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No single system connects all restaurant activities.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3.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Automate restaurant operations.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Manage menu, customers, tables and employees.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Process orders quickly and accurately.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Generate bills and store payment details.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Monitor inventory and sales.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Produce useful management reports.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4. Scope of the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Login and role-based access.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Menu and category management.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Table and reservation management.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Customer and order management.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Billing and payment processing.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Inventory, staff and report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5. Existing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Mostly manual or spreadsheet-based records.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Repeated data entry and higher error probability.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Slow order-to-bill process.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Difficult historical search.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Limited automation and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6. Proposed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Centralized digital restaurant management.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Fast order entry and automated bill calculation.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Real-time order and stock status.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Secure role-based login.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Automated reports and dashboard.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Better service and operational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7. Users /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Admin – manages users, menu and system settings.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Manager – monitors sales, staff and reports.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Cashier – handles billing and payments.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Waiter – manages tables and customer orders.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Kitchen Staff – views and updates preparation status.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8. Functional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Authenticate users and control permissions.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Add, update, delete and search menu items.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Create, update and cancel orders.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Assign tables and manage reservations.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Calculate subtotal, discount, tax and total.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Record payments and generate receipts.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Generate sales and inventory reports.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9. Non-Functional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Performance – quick response.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Security – protected accounts and data.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Reliability – accurate transaction storage.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Usability – simple interface.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Scalability – supports growth.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Maintainability – easy to modify and extend.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10. Main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Login &amp; User Management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Menu Management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Table &amp; Reservation Management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Customer Management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Order Management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Billing &amp; Payment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Inventory Management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Staff Management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Reports &amp;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2057400" cy="73152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837"/>
                </a:solidFill>
              </a:defRPr>
            </a:pPr>
            <a:r>
              <a:t>Customer / Waiter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28800"/>
            <a:ext cx="2377440" cy="73152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837"/>
                </a:solidFill>
              </a:defRPr>
            </a:pPr>
            <a:r>
              <a:t>Order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828800"/>
            <a:ext cx="2377440" cy="73152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837"/>
                </a:solidFill>
              </a:defRPr>
            </a:pPr>
            <a:r>
              <a:t>Kitchen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246120"/>
            <a:ext cx="2377440" cy="73152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837"/>
                </a:solidFill>
              </a:defRPr>
            </a:pPr>
            <a:r>
              <a:t>Billing &amp; Payment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246120"/>
            <a:ext cx="2377440" cy="73152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837"/>
                </a:solidFill>
              </a:defRPr>
            </a:pPr>
            <a:r>
              <a:t>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4663440"/>
            <a:ext cx="2377440" cy="73152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837"/>
                </a:solidFill>
              </a:defRPr>
            </a:pPr>
            <a:r>
              <a:t>MySQL Database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26080" y="2194560"/>
            <a:ext cx="731520" cy="0"/>
          </a:xfrm>
          <a:prstGeom prst="line">
            <a:avLst/>
          </a:prstGeom>
          <a:ln>
            <a:solidFill>
              <a:srgbClr val="144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40" y="2194560"/>
            <a:ext cx="822960" cy="0"/>
          </a:xfrm>
          <a:prstGeom prst="line">
            <a:avLst/>
          </a:prstGeom>
          <a:ln>
            <a:solidFill>
              <a:srgbClr val="144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46320" y="2560320"/>
            <a:ext cx="0" cy="685800"/>
          </a:xfrm>
          <a:prstGeom prst="line">
            <a:avLst/>
          </a:prstGeom>
          <a:ln>
            <a:solidFill>
              <a:srgbClr val="144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3611880"/>
            <a:ext cx="822960" cy="0"/>
          </a:xfrm>
          <a:prstGeom prst="line">
            <a:avLst/>
          </a:prstGeom>
          <a:ln>
            <a:solidFill>
              <a:srgbClr val="144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46320" y="3977639"/>
            <a:ext cx="0" cy="685801"/>
          </a:xfrm>
          <a:prstGeom prst="line">
            <a:avLst/>
          </a:prstGeom>
          <a:ln>
            <a:solidFill>
              <a:srgbClr val="144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11. System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User Interface → Application / Business Logic → Database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Customer/Waiter → Order Module → Kitchen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Cashier → Billing Module → Payment Records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Manager/Admin → Reports &amp; Dashboard →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743200"/>
            <a:ext cx="1051560" cy="77724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837"/>
                </a:solidFill>
              </a:defRPr>
            </a:pPr>
            <a:r>
              <a:t>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743200"/>
            <a:ext cx="1417320" cy="77724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837"/>
                </a:solidFill>
              </a:defRPr>
            </a:pPr>
            <a:r>
              <a:t>Customer / Order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743200"/>
            <a:ext cx="1143000" cy="77724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837"/>
                </a:solidFill>
              </a:defRPr>
            </a:pPr>
            <a:r>
              <a:t>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743200"/>
            <a:ext cx="1051560" cy="77724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837"/>
                </a:solidFill>
              </a:defRPr>
            </a:pPr>
            <a:r>
              <a:t>Add 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1051560" cy="77724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837"/>
                </a:solidFill>
              </a:defRPr>
            </a:pPr>
            <a:r>
              <a:t>Kitchen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743200"/>
            <a:ext cx="960120" cy="77724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837"/>
                </a:solidFill>
              </a:defRPr>
            </a:pPr>
            <a:r>
              <a:t>Serve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743200"/>
            <a:ext cx="914400" cy="77724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837"/>
                </a:solidFill>
              </a:defRPr>
            </a:pPr>
            <a:r>
              <a:t>Bill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5560" y="2743200"/>
            <a:ext cx="960120" cy="777240"/>
          </a:xfrm>
          <a:prstGeom prst="roundRect">
            <a:avLst/>
          </a:prstGeom>
          <a:solidFill>
            <a:srgbClr val="EBF3FC"/>
          </a:solidFill>
          <a:ln>
            <a:solidFill>
              <a:srgbClr val="14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837"/>
                </a:solidFill>
              </a:defRPr>
            </a:pPr>
            <a:r>
              <a:t>Payment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20239" y="3127248"/>
            <a:ext cx="228601" cy="0"/>
          </a:xfrm>
          <a:prstGeom prst="line">
            <a:avLst/>
          </a:prstGeom>
          <a:ln>
            <a:solidFill>
              <a:srgbClr val="144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66160" y="3127248"/>
            <a:ext cx="182879" cy="0"/>
          </a:xfrm>
          <a:prstGeom prst="line">
            <a:avLst/>
          </a:prstGeom>
          <a:ln>
            <a:solidFill>
              <a:srgbClr val="144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92040" y="3127248"/>
            <a:ext cx="182880" cy="0"/>
          </a:xfrm>
          <a:prstGeom prst="line">
            <a:avLst/>
          </a:prstGeom>
          <a:ln>
            <a:solidFill>
              <a:srgbClr val="144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26479" y="3127248"/>
            <a:ext cx="274321" cy="0"/>
          </a:xfrm>
          <a:prstGeom prst="line">
            <a:avLst/>
          </a:prstGeom>
          <a:ln>
            <a:solidFill>
              <a:srgbClr val="144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52360" y="3127248"/>
            <a:ext cx="274319" cy="0"/>
          </a:xfrm>
          <a:prstGeom prst="line">
            <a:avLst/>
          </a:prstGeom>
          <a:ln>
            <a:solidFill>
              <a:srgbClr val="144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3127248"/>
            <a:ext cx="365760" cy="0"/>
          </a:xfrm>
          <a:prstGeom prst="line">
            <a:avLst/>
          </a:prstGeom>
          <a:ln>
            <a:solidFill>
              <a:srgbClr val="144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966960" y="3127248"/>
            <a:ext cx="228600" cy="0"/>
          </a:xfrm>
          <a:prstGeom prst="line">
            <a:avLst/>
          </a:prstGeom>
          <a:ln>
            <a:solidFill>
              <a:srgbClr val="144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12. System Workflow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Login → Select Customer/Order Type → Select Table → Add Items → Send to Kitchen → Prepare → Serve → Generate Bill → Payment → Update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13. Database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Users(User_ID, Name, Role, Password)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Customers(Customer_ID, Name, Phone)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Menu(Menu_ID, Item_Name, Category, Price)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Orders(Order_ID, Customer_ID, Table_ID, Date, Status)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Order_Items(Order_ID, Menu_ID, Quantity, Price)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Payments(Payment_ID, Order_ID, Amount, Method)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Inventory(Item_ID, Item_Name, Quantity, Reorder_Level)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14. Java Coding – Menu 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class MenuItem {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int id;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String name;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double price;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MenuItem(int id, String name, double price) {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    this.id = id;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    this.name = name;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    this.price = price;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}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15. Java Coding – Order &amp; Total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class Order {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MenuItem[] items;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int[] qty;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double calculateTotal() {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    double total = 0;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    for (int i = 0; i &lt; items.length; i++)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        total += items[i].price * qty[i];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    return total;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}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16. Java Coding – Bill Calculation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double subtotal = order.calculateTotal();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double discount = subtotal * 0.10;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double taxable = subtotal - discount;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double tax = taxable * 0.05;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double finalAmount = taxable + tax;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System.out.println("Final Bill = " + finalAmount);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17. DSA – Searching Menu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static int search(MenuItem[] menu, String key) {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for (int i = 0; i &lt; menu.length; i++) {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    if (menu[i].name.equalsIgnoreCase(key))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        return i;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}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    return -1;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}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Linear Search: O(n)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18. Billing, Inventory &amp;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Bill: subtotal → discount → tax → final amount.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Payment: cash / card / digital payment.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Inventory decreases when items are sold.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Low-stock items are flagged for reorder.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Reports show sales, orders, popular items and stock.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19. Advantages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Advantages: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Saves time and reduces errors.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Faster ordering and billing.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Better inventory control.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Centralized reports.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Future: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QR-code ordering.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Online ordering and delivery tracking.</a:t>
            </a:r>
          </a:p>
          <a:p>
            <a:pPr>
              <a:spcAft>
                <a:spcPts val="800"/>
              </a:spcAft>
              <a:defRPr sz="1500">
                <a:solidFill>
                  <a:srgbClr val="1E2837"/>
                </a:solidFill>
              </a:defRPr>
            </a:pPr>
            <a:r>
              <a:t>• Mobile application and AI sales forecasting.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B8C"/>
                </a:solidFill>
              </a:defRPr>
            </a:pPr>
            <a:r>
              <a:t>20.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754880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The Restaurant Management System integrates major restaurant activities.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It provides efficient order, billing, inventory and reporting management.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Java/DSA can be used to implement core operations.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• Database integration provides secure and organized data storage.</a:t>
            </a: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E2837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4B8C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